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846459a-716b-e451-868f-5125ccc8519a}">
          <p14:sldIdLst>
            <p14:sldId id="256"/>
          </p14:sldIdLst>
        </p14:section>
        <p14:section name="Overview" id="{db28fb3f-6e27-b780-efc9-8e4d2196e17f}">
          <p14:sldIdLst>
            <p14:sldId id="257"/>
            <p14:sldId id="258"/>
            <p14:sldId id="259"/>
          </p14:sldIdLst>
        </p14:section>
        <p14:section name="How it is built" id="{007c3f16-52e1-3050-2d59-96e58df84e00}">
          <p14:sldIdLst>
            <p14:sldId id="260"/>
            <p14:sldId id="261"/>
            <p14:sldId id="262"/>
          </p14:sldIdLst>
        </p14:section>
        <p14:section name="In action" id="{0a45c598-3fcc-90c0-842d-3b2eee8a56a4}">
          <p14:sldIdLst>
            <p14:sldId id="263"/>
            <p14:sldId id="264"/>
          </p14:sldIdLst>
        </p14:section>
        <p14:section name="Wrap up" id="{0dec7ed3-3d50-4c74-4b81-3f388895125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MediStock helps a medical shop manage medicines, expiry dates, billing and online orders, and helps patients take medicines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everyday problems of a small pharmacy and how MediStock solves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main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is controlled with a login token and role checks on every protected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pages in the browser, an Express API, and a SQLite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simple tables. Batches hold stock so one medicine can have many expiry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FEFO means First Expired, First Out. The example on the right shows selling 15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flows: online order by a patient, and counter sale by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get alerts about stock; patients get a simple dashboard for their medicines.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2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3"/>
                </a:solidFill>
              </a:rPr>
              <a:t>FINAL PROJECT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MediStock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Pharmacy stock, billing and patient medicine reminders in one web app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Node.js  •  Express  •  SQLite</a:t>
            </a:r>
            <a:endParaRPr lang="en-US" sz="1400" dirty="0"/>
          </a:p>
        </p:txBody>
      </p:sp>
      <p:sp>
        <p:nvSpPr>
          <p:cNvPr id="6" name="Cross circle"/>
          <p:cNvSpPr/>
          <p:nvPr/>
        </p:nvSpPr>
        <p:spPr>
          <a:xfrm>
            <a:off x="6675120" y="109728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ross"/>
          <p:cNvSpPr/>
          <p:nvPr/>
        </p:nvSpPr>
        <p:spPr>
          <a:xfrm>
            <a:off x="7132320" y="1554480"/>
            <a:ext cx="1188720" cy="1188720"/>
          </a:xfrm>
          <a:prstGeom prst="plus">
            <a:avLst/>
          </a:prstGeom>
          <a:solidFill>
            <a:schemeClr val="bg1"/>
          </a:solidFill>
          <a:ln/>
        </p:spPr>
      </p:sp>
      <p:sp>
        <p:nvSpPr>
          <p:cNvPr id="8" name="Pill dot"/>
          <p:cNvSpPr/>
          <p:nvPr/>
        </p:nvSpPr>
        <p:spPr>
          <a:xfrm>
            <a:off x="7680960" y="27432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MediStock?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Medicines expire unnoticed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Manual billing causes mistakes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Patients forget when to take tablets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way to order online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4480560" y="2697480"/>
            <a:ext cx="45720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Solution card"/>
          <p:cNvSpPr/>
          <p:nvPr/>
        </p:nvSpPr>
        <p:spPr>
          <a:xfrm>
            <a:off x="5029200" y="1280160"/>
            <a:ext cx="365760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Automatic stock and expiry tracking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One-click billing for several medicines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Patient dashboard with dose timings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Online ordering with delivery address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4" name="Feature card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Online ordering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Patients browse medicines, fill a cart and order with a delivery address.</a:t>
            </a:r>
            <a:endParaRPr lang="en-US" sz="1400" dirty="0"/>
          </a:p>
        </p:txBody>
      </p:sp>
      <p:sp>
        <p:nvSpPr>
          <p:cNvPr id="9" name="Feature card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2743200" y="14630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43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Counter billing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260604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Staff sell many medicines in one bill, for walk-ins or registered patients.</a:t>
            </a:r>
            <a:endParaRPr lang="en-US" sz="1400" dirty="0"/>
          </a:p>
        </p:txBody>
      </p:sp>
      <p:sp>
        <p:nvSpPr>
          <p:cNvPr id="14" name="Feature card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FEFO stock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60604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Batches closest to expiry are sold first. Expired stock is never sold.</a:t>
            </a:r>
            <a:endParaRPr lang="en-US" sz="1400" dirty="0"/>
          </a:p>
        </p:txBody>
      </p:sp>
      <p:sp>
        <p:nvSpPr>
          <p:cNvPr id="19" name="Feature card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69494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494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Dose reminders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260604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Patients see timings, food advice and notes for every medicine.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 uses it</a:t>
            </a:r>
            <a:endParaRPr lang="en-US" sz="3200" dirty="0"/>
          </a:p>
        </p:txBody>
      </p:sp>
      <p:sp>
        <p:nvSpPr>
          <p:cNvPr id="4" name="Role card 1"/>
          <p:cNvSpPr/>
          <p:nvPr/>
        </p:nvSpPr>
        <p:spPr>
          <a:xfrm>
            <a:off x="457200" y="12801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Role pill 1"/>
          <p:cNvSpPr/>
          <p:nvPr/>
        </p:nvSpPr>
        <p:spPr>
          <a:xfrm>
            <a:off x="640080" y="14630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Everything: medicines, batches, patients, billing, orders, alerts</a:t>
            </a:r>
            <a:endParaRPr lang="en-US" sz="1400" dirty="0"/>
          </a:p>
        </p:txBody>
      </p:sp>
      <p:sp>
        <p:nvSpPr>
          <p:cNvPr id="8" name="Role card 2"/>
          <p:cNvSpPr/>
          <p:nvPr/>
        </p:nvSpPr>
        <p:spPr>
          <a:xfrm>
            <a:off x="2560320" y="12801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Role pill 2"/>
          <p:cNvSpPr/>
          <p:nvPr/>
        </p:nvSpPr>
        <p:spPr>
          <a:xfrm>
            <a:off x="2743200" y="14630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Pharmacist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10312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as admin: manage stock, add patients, bill, view alerts</a:t>
            </a:r>
            <a:endParaRPr lang="en-US" sz="1400" dirty="0"/>
          </a:p>
        </p:txBody>
      </p:sp>
      <p:sp>
        <p:nvSpPr>
          <p:cNvPr id="12" name="Role card 3"/>
          <p:cNvSpPr/>
          <p:nvPr/>
        </p:nvSpPr>
        <p:spPr>
          <a:xfrm>
            <a:off x="4663440" y="12801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Role pill 3"/>
          <p:cNvSpPr/>
          <p:nvPr/>
        </p:nvSpPr>
        <p:spPr>
          <a:xfrm>
            <a:off x="4846320" y="14630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Cashier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10312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Sell medicines, view patients and online orders</a:t>
            </a:r>
            <a:endParaRPr lang="en-US" sz="1400" dirty="0"/>
          </a:p>
        </p:txBody>
      </p:sp>
      <p:sp>
        <p:nvSpPr>
          <p:cNvPr id="16" name="Role card 4"/>
          <p:cNvSpPr/>
          <p:nvPr/>
        </p:nvSpPr>
        <p:spPr>
          <a:xfrm>
            <a:off x="6766560" y="12801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Role pill 4"/>
          <p:cNvSpPr/>
          <p:nvPr/>
        </p:nvSpPr>
        <p:spPr>
          <a:xfrm>
            <a:off x="6949440" y="14630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494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Patient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0312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online, see own dashboard, schedules and orders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Passwords are hashed with bcrypt. Logins use JWT tokens.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Layer 1"/>
          <p:cNvSpPr/>
          <p:nvPr/>
        </p:nvSpPr>
        <p:spPr>
          <a:xfrm>
            <a:off x="457200" y="13716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Browser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057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HTML, CSS, JavaScript pages: home, login, staff, patient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2313432" y="2240280"/>
            <a:ext cx="256032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Layer 2"/>
          <p:cNvSpPr/>
          <p:nvPr/>
        </p:nvSpPr>
        <p:spPr>
          <a:xfrm>
            <a:off x="2606040" y="13716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432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Express routes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057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/auth  /medicines  /billing  /orders  /dashboard</a:t>
            </a:r>
            <a:endParaRPr lang="en-US" sz="1400" dirty="0"/>
          </a:p>
        </p:txBody>
      </p:sp>
      <p:sp>
        <p:nvSpPr>
          <p:cNvPr id="11" name="Flow arrow 2"/>
          <p:cNvSpPr/>
          <p:nvPr/>
        </p:nvSpPr>
        <p:spPr>
          <a:xfrm>
            <a:off x="4462272" y="2240280"/>
            <a:ext cx="256032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Layer 3"/>
          <p:cNvSpPr/>
          <p:nvPr/>
        </p:nvSpPr>
        <p:spPr>
          <a:xfrm>
            <a:off x="4754880" y="13716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Controllers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057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Business rules, FEFO stock service, JWT and role checks</a:t>
            </a:r>
            <a:endParaRPr lang="en-US" sz="1400" dirty="0"/>
          </a:p>
        </p:txBody>
      </p:sp>
      <p:sp>
        <p:nvSpPr>
          <p:cNvPr id="15" name="Flow arrow 3"/>
          <p:cNvSpPr/>
          <p:nvPr/>
        </p:nvSpPr>
        <p:spPr>
          <a:xfrm>
            <a:off x="6611112" y="2240280"/>
            <a:ext cx="256032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6" name="Layer 4"/>
          <p:cNvSpPr/>
          <p:nvPr/>
        </p:nvSpPr>
        <p:spPr>
          <a:xfrm>
            <a:off x="6903720" y="13716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4088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0574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Users, medicines, batches, sales, schedules, orders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20" name="Chip Node.js"/>
          <p:cNvSpPr/>
          <p:nvPr/>
        </p:nvSpPr>
        <p:spPr>
          <a:xfrm>
            <a:off x="4572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Node.js</a:t>
            </a:r>
            <a:endParaRPr lang="en-US" sz="1400" dirty="0"/>
          </a:p>
        </p:txBody>
      </p:sp>
      <p:sp>
        <p:nvSpPr>
          <p:cNvPr id="22" name="Chip Express 4"/>
          <p:cNvSpPr/>
          <p:nvPr/>
        </p:nvSpPr>
        <p:spPr>
          <a:xfrm>
            <a:off x="18288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288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Express 4</a:t>
            </a:r>
            <a:endParaRPr lang="en-US" sz="1400" dirty="0"/>
          </a:p>
        </p:txBody>
      </p:sp>
      <p:sp>
        <p:nvSpPr>
          <p:cNvPr id="24" name="Chip SQLite"/>
          <p:cNvSpPr/>
          <p:nvPr/>
        </p:nvSpPr>
        <p:spPr>
          <a:xfrm>
            <a:off x="32004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04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SQLite</a:t>
            </a:r>
            <a:endParaRPr lang="en-US" sz="1400" dirty="0"/>
          </a:p>
        </p:txBody>
      </p:sp>
      <p:sp>
        <p:nvSpPr>
          <p:cNvPr id="26" name="Chip JWT"/>
          <p:cNvSpPr/>
          <p:nvPr/>
        </p:nvSpPr>
        <p:spPr>
          <a:xfrm>
            <a:off x="45720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JWT</a:t>
            </a:r>
            <a:endParaRPr lang="en-US" sz="1400" dirty="0"/>
          </a:p>
        </p:txBody>
      </p:sp>
      <p:sp>
        <p:nvSpPr>
          <p:cNvPr id="28" name="Chip bcryptjs"/>
          <p:cNvSpPr/>
          <p:nvPr/>
        </p:nvSpPr>
        <p:spPr>
          <a:xfrm>
            <a:off x="59436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bcryptjs</a:t>
            </a:r>
            <a:endParaRPr lang="en-US" sz="1400" dirty="0"/>
          </a:p>
        </p:txBody>
      </p:sp>
      <p:sp>
        <p:nvSpPr>
          <p:cNvPr id="30" name="Chip dotenv"/>
          <p:cNvSpPr/>
          <p:nvPr/>
        </p:nvSpPr>
        <p:spPr>
          <a:xfrm>
            <a:off x="7315200" y="4069080"/>
            <a:ext cx="12344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dotenv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Database design</a:t>
            </a:r>
            <a:endParaRPr lang="en-US" sz="3200" dirty="0"/>
          </a:p>
        </p:txBody>
      </p:sp>
      <p:sp>
        <p:nvSpPr>
          <p:cNvPr id="4" name="Table users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email, password, role, phone</a:t>
            </a:r>
            <a:endParaRPr lang="en-US" sz="1400" dirty="0"/>
          </a:p>
        </p:txBody>
      </p:sp>
      <p:sp>
        <p:nvSpPr>
          <p:cNvPr id="7" name="Table medicines"/>
          <p:cNvSpPr/>
          <p:nvPr/>
        </p:nvSpPr>
        <p:spPr>
          <a:xfrm>
            <a:off x="324612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2900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medicines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price, reorder_level</a:t>
            </a:r>
            <a:endParaRPr lang="en-US" sz="1400" dirty="0"/>
          </a:p>
        </p:txBody>
      </p:sp>
      <p:sp>
        <p:nvSpPr>
          <p:cNvPr id="10" name="Table batches"/>
          <p:cNvSpPr/>
          <p:nvPr/>
        </p:nvSpPr>
        <p:spPr>
          <a:xfrm>
            <a:off x="6035040" y="128016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1444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batches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medicine, batch_no, expiry_date, qty</a:t>
            </a:r>
            <a:endParaRPr lang="en-US" sz="1400" dirty="0"/>
          </a:p>
        </p:txBody>
      </p:sp>
      <p:sp>
        <p:nvSpPr>
          <p:cNvPr id="13" name="Table sales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sales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patient, medicine, qty, total, time</a:t>
            </a:r>
            <a:endParaRPr lang="en-US" sz="1400" dirty="0"/>
          </a:p>
        </p:txBody>
      </p:sp>
      <p:sp>
        <p:nvSpPr>
          <p:cNvPr id="16" name="Table schedules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2900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schedules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patient, medicine, dose, times, food, notes, days</a:t>
            </a:r>
            <a:endParaRPr lang="en-US" sz="1400" dirty="0"/>
          </a:p>
        </p:txBody>
      </p:sp>
      <p:sp>
        <p:nvSpPr>
          <p:cNvPr id="19" name="Table orders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orders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patient, address, city, pincode, total,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Smart stock: FEFO</a:t>
            </a:r>
            <a:endParaRPr lang="en-US" sz="3200" dirty="0"/>
          </a:p>
        </p:txBody>
      </p:sp>
      <p:sp>
        <p:nvSpPr>
          <p:cNvPr id="4" name="Badge 1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batches with stock that are not expired</a:t>
            </a:r>
            <a:endParaRPr lang="en-US" sz="1600" dirty="0"/>
          </a:p>
        </p:txBody>
      </p:sp>
      <p:sp>
        <p:nvSpPr>
          <p:cNvPr id="7" name="Badge 2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Sort them by earliest expiry date</a:t>
            </a:r>
            <a:endParaRPr lang="en-US" sz="1600" dirty="0"/>
          </a:p>
        </p:txBody>
      </p:sp>
      <p:sp>
        <p:nvSpPr>
          <p:cNvPr id="10" name="Badge 3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 there is enough total stock</a:t>
            </a:r>
            <a:endParaRPr lang="en-US" sz="1600" dirty="0"/>
          </a:p>
        </p:txBody>
      </p:sp>
      <p:sp>
        <p:nvSpPr>
          <p:cNvPr id="13" name="Badge 4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Take from each batch until done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All-or-nothing: if any medicine in a bill is short, the whole sale is cancelled.</a:t>
            </a:r>
            <a:endParaRPr lang="en-US" sz="1400" dirty="0"/>
          </a:p>
        </p:txBody>
      </p:sp>
      <p:sp>
        <p:nvSpPr>
          <p:cNvPr id="17" name="Example card"/>
          <p:cNvSpPr/>
          <p:nvPr/>
        </p:nvSpPr>
        <p:spPr>
          <a:xfrm>
            <a:off x="493776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Example: sell 15 tablets</a:t>
            </a:r>
            <a:endParaRPr lang="en-US" sz="1800" dirty="0"/>
          </a:p>
        </p:txBody>
      </p:sp>
      <p:sp>
        <p:nvSpPr>
          <p:cNvPr id="19" name="Batch Batch A"/>
          <p:cNvSpPr/>
          <p:nvPr/>
        </p:nvSpPr>
        <p:spPr>
          <a:xfrm>
            <a:off x="5212080" y="1965960"/>
            <a:ext cx="32004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Batch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 Nov 2026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10  →  0</a:t>
            </a:r>
            <a:endParaRPr lang="en-US" sz="1400" dirty="0"/>
          </a:p>
        </p:txBody>
      </p:sp>
      <p:sp>
        <p:nvSpPr>
          <p:cNvPr id="22" name="Batch Batch B"/>
          <p:cNvSpPr/>
          <p:nvPr/>
        </p:nvSpPr>
        <p:spPr>
          <a:xfrm>
            <a:off x="5212080" y="3063240"/>
            <a:ext cx="32004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Batch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 Mar 2027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30  →  25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is used up first, then 5 from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Patient order</a:t>
            </a:r>
            <a:endParaRPr lang="en-US" sz="1800" dirty="0"/>
          </a:p>
        </p:txBody>
      </p:sp>
      <p:sp>
        <p:nvSpPr>
          <p:cNvPr id="5" name="Step Patient order 1"/>
          <p:cNvSpPr/>
          <p:nvPr/>
        </p:nvSpPr>
        <p:spPr>
          <a:xfrm>
            <a:off x="457200" y="173736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737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 medicines</a:t>
            </a:r>
            <a:endParaRPr lang="en-US" sz="1400" dirty="0"/>
          </a:p>
        </p:txBody>
      </p:sp>
      <p:sp>
        <p:nvSpPr>
          <p:cNvPr id="7" name="Arrow 00"/>
          <p:cNvSpPr/>
          <p:nvPr/>
        </p:nvSpPr>
        <p:spPr>
          <a:xfrm>
            <a:off x="2313432" y="210312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Step Patient order 2"/>
          <p:cNvSpPr/>
          <p:nvPr/>
        </p:nvSpPr>
        <p:spPr>
          <a:xfrm>
            <a:off x="2560320" y="173736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97480" y="1737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 to cart</a:t>
            </a:r>
            <a:endParaRPr lang="en-US" sz="1400" dirty="0"/>
          </a:p>
        </p:txBody>
      </p:sp>
      <p:sp>
        <p:nvSpPr>
          <p:cNvPr id="10" name="Arrow 01"/>
          <p:cNvSpPr/>
          <p:nvPr/>
        </p:nvSpPr>
        <p:spPr>
          <a:xfrm>
            <a:off x="4416552" y="210312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Step Patient order 3"/>
          <p:cNvSpPr/>
          <p:nvPr/>
        </p:nvSpPr>
        <p:spPr>
          <a:xfrm>
            <a:off x="4663440" y="173736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737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Enter address and phone</a:t>
            </a:r>
            <a:endParaRPr lang="en-US" sz="1400" dirty="0"/>
          </a:p>
        </p:txBody>
      </p:sp>
      <p:sp>
        <p:nvSpPr>
          <p:cNvPr id="13" name="Arrow 02"/>
          <p:cNvSpPr/>
          <p:nvPr/>
        </p:nvSpPr>
        <p:spPr>
          <a:xfrm>
            <a:off x="6519672" y="210312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4" name="Step Patient order 4"/>
          <p:cNvSpPr/>
          <p:nvPr/>
        </p:nvSpPr>
        <p:spPr>
          <a:xfrm>
            <a:off x="6766560" y="173736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03720" y="1737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Stock deducted, staff notified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Counter sale</a:t>
            </a:r>
            <a:endParaRPr lang="en-US" sz="1800" dirty="0"/>
          </a:p>
        </p:txBody>
      </p:sp>
      <p:sp>
        <p:nvSpPr>
          <p:cNvPr id="17" name="Step Counter sale 1"/>
          <p:cNvSpPr/>
          <p:nvPr/>
        </p:nvSpPr>
        <p:spPr>
          <a:xfrm>
            <a:off x="457200" y="347472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Pick patient</a:t>
            </a:r>
            <a:endParaRPr lang="en-US" sz="1400" dirty="0"/>
          </a:p>
        </p:txBody>
      </p:sp>
      <p:sp>
        <p:nvSpPr>
          <p:cNvPr id="19" name="Arrow 10"/>
          <p:cNvSpPr/>
          <p:nvPr/>
        </p:nvSpPr>
        <p:spPr>
          <a:xfrm>
            <a:off x="2313432" y="38404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0" name="Step Counter sale 2"/>
          <p:cNvSpPr/>
          <p:nvPr/>
        </p:nvSpPr>
        <p:spPr>
          <a:xfrm>
            <a:off x="2560320" y="347472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69748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 medicines and timings</a:t>
            </a:r>
            <a:endParaRPr lang="en-US" sz="1400" dirty="0"/>
          </a:p>
        </p:txBody>
      </p:sp>
      <p:sp>
        <p:nvSpPr>
          <p:cNvPr id="22" name="Arrow 11"/>
          <p:cNvSpPr/>
          <p:nvPr/>
        </p:nvSpPr>
        <p:spPr>
          <a:xfrm>
            <a:off x="4416552" y="38404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3" name="Step Counter sale 3"/>
          <p:cNvSpPr/>
          <p:nvPr/>
        </p:nvSpPr>
        <p:spPr>
          <a:xfrm>
            <a:off x="4663440" y="347472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0060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Bill and deduct stock</a:t>
            </a:r>
            <a:endParaRPr lang="en-US" sz="1400" dirty="0"/>
          </a:p>
        </p:txBody>
      </p:sp>
      <p:sp>
        <p:nvSpPr>
          <p:cNvPr id="25" name="Arrow 12"/>
          <p:cNvSpPr/>
          <p:nvPr/>
        </p:nvSpPr>
        <p:spPr>
          <a:xfrm>
            <a:off x="6519672" y="38404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6" name="Step Counter sale 4"/>
          <p:cNvSpPr/>
          <p:nvPr/>
        </p:nvSpPr>
        <p:spPr>
          <a:xfrm>
            <a:off x="6766560" y="347472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90372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Schedule shown to patient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Alerts and patient dashboard</a:t>
            </a:r>
            <a:endParaRPr lang="en-US" sz="3200" dirty="0"/>
          </a:p>
        </p:txBody>
      </p:sp>
      <p:sp>
        <p:nvSpPr>
          <p:cNvPr id="4" name="Alerts card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Staff alerts</a:t>
            </a:r>
            <a:endParaRPr lang="en-US" sz="2000" dirty="0"/>
          </a:p>
        </p:txBody>
      </p:sp>
      <p:sp>
        <p:nvSpPr>
          <p:cNvPr id="6" name="Alert dot 1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stock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or below reorder level</a:t>
            </a:r>
            <a:endParaRPr lang="en-US" sz="1400" dirty="0"/>
          </a:p>
        </p:txBody>
      </p:sp>
      <p:sp>
        <p:nvSpPr>
          <p:cNvPr id="8" name="Alert dot 2"/>
          <p:cNvSpPr/>
          <p:nvPr/>
        </p:nvSpPr>
        <p:spPr>
          <a:xfrm>
            <a:off x="731520" y="294436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8016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Expiring soon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Within the next 90 days</a:t>
            </a:r>
            <a:endParaRPr lang="en-US" sz="1400" dirty="0"/>
          </a:p>
        </p:txBody>
      </p:sp>
      <p:sp>
        <p:nvSpPr>
          <p:cNvPr id="10" name="Alert dot 3"/>
          <p:cNvSpPr/>
          <p:nvPr/>
        </p:nvSpPr>
        <p:spPr>
          <a:xfrm>
            <a:off x="731520" y="378561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80160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sold, flagged for removal</a:t>
            </a:r>
            <a:endParaRPr lang="en-US" sz="1400" dirty="0"/>
          </a:p>
        </p:txBody>
      </p:sp>
      <p:sp>
        <p:nvSpPr>
          <p:cNvPr id="12" name="Dashboard card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Patient dashboard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Today's tablet timings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Dose, food advice and notes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Doctor and hospital details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History of online orders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What MediStock gives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Less medicine waste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Fewer stock-outs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Faster, accurate billing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Better dose adherence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0116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SMS or email dose reminders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Online payment gateway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Sales and expiry reports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Barcode scanning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Thank you  •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Stock">
  <a:themeElements>
    <a:clrScheme name="MediStock">
      <a:dk1>
        <a:srgbClr val="1B2B34"/>
      </a:dk1>
      <a:lt1>
        <a:srgbClr val="FFFFFF"/>
      </a:lt1>
      <a:dk2>
        <a:srgbClr val="0B3C49"/>
      </a:dk2>
      <a:lt2>
        <a:srgbClr val="EAF5F3"/>
      </a:lt2>
      <a:accent1>
        <a:srgbClr val="0E7C7B"/>
      </a:accent1>
      <a:accent2>
        <a:srgbClr val="C4620C"/>
      </a:accent2>
      <a:accent3>
        <a:srgbClr val="5FB3A1"/>
      </a:accent3>
      <a:accent4>
        <a:srgbClr val="D64545"/>
      </a:accent4>
      <a:accent5>
        <a:srgbClr val="3A7CA5"/>
      </a:accent5>
      <a:accent6>
        <a:srgbClr val="8AA29E"/>
      </a:accent6>
      <a:hlink>
        <a:srgbClr val="0E7C7B"/>
      </a:hlink>
      <a:folHlink>
        <a:srgbClr val="8AA29E"/>
      </a:folHlink>
    </a:clrScheme>
    <a:fontScheme name="MediSto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MediStock - Pharmacy Management System</dc:title>
  <dc:subject>PptxGenJS Presentation</dc:subject>
  <dc:creator>PptxGenJS</dc:creator>
  <cp:lastModifiedBy>PptxGenJS</cp:lastModifiedBy>
  <cp:revision>1</cp:revision>
  <dcterms:created xsi:type="dcterms:W3CDTF">2026-10-26T06:07:53Z</dcterms:created>
  <dcterms:modified xsi:type="dcterms:W3CDTF">2026-10-26T06:07:53Z</dcterms:modified>
</cp:coreProperties>
</file>